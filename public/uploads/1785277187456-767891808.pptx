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8619E-AA66-4992-A234-C76F29C60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Sistema de gestión de clientes, cobros y control de bidones de agua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BA83D7-865C-4548-AD0A-1C165BE968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Creado por jeremías Agustín </a:t>
            </a:r>
            <a:r>
              <a:rPr lang="es-AR" dirty="0" err="1"/>
              <a:t>bandelli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8709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C4FAF-D674-44BC-BFC4-09A1CC3ED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b="1" dirty="0"/>
              <a:t>Descripción del Sistema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E8CA97-DBC4-41FA-B7C2-08D8647EFC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519866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F167C-F69F-4E0A-A617-FC1E9657F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3215216"/>
          </a:xfrm>
        </p:spPr>
        <p:txBody>
          <a:bodyPr/>
          <a:lstStyle/>
          <a:p>
            <a:r>
              <a:rPr lang="es-ES" sz="2800" dirty="0"/>
              <a:t>Esta aplicación web es un </a:t>
            </a:r>
            <a:r>
              <a:rPr lang="es-ES" sz="2800" b="1" dirty="0"/>
              <a:t>sistema de información administrativa</a:t>
            </a:r>
            <a:r>
              <a:rPr lang="es-ES" sz="2800" dirty="0"/>
              <a:t> diseñado para optimizar la gestión de clientes, pagos y control de bidones de agua en un negocio de distribución.</a:t>
            </a:r>
            <a:br>
              <a:rPr lang="es-ES" sz="2800" dirty="0"/>
            </a:br>
            <a:r>
              <a:rPr lang="es-ES" sz="2800" dirty="0"/>
              <a:t>Permite centralizar la información de clientes, llevar un control preciso de deudas y cobros, y consultar el estado financiero de forma clara y ordenada.</a:t>
            </a:r>
            <a:br>
              <a:rPr lang="es-ES" dirty="0"/>
            </a:br>
            <a:r>
              <a:rPr lang="es-ES" dirty="0"/>
              <a:t>.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D44239-66A0-422F-95AF-205EBA2AA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-2114550" y="2404531"/>
            <a:ext cx="1238249" cy="2100793"/>
          </a:xfrm>
        </p:spPr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588523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30153-9A14-421B-AE28-AED516D6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D545E2-6FD4-492B-9639-7AA4C2445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800" dirty="0"/>
              <a:t>Permite registrar clientes con los siguientes datos:</a:t>
            </a:r>
          </a:p>
          <a:p>
            <a:r>
              <a:rPr lang="es-ES" sz="2800" dirty="0"/>
              <a:t>Nombre</a:t>
            </a:r>
          </a:p>
          <a:p>
            <a:r>
              <a:rPr lang="es-ES" sz="2800" dirty="0"/>
              <a:t>Teléfono</a:t>
            </a:r>
          </a:p>
          <a:p>
            <a:r>
              <a:rPr lang="es-ES" sz="2800" dirty="0"/>
              <a:t>Dirección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7301772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D741E-2491-4787-B760-3D5C2A46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F1B070-DF27-4A21-A4C3-F24AE9525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400" dirty="0"/>
              <a:t>    Control de Bidones</a:t>
            </a:r>
          </a:p>
          <a:p>
            <a:r>
              <a:rPr lang="es-ES" sz="2400" dirty="0"/>
              <a:t>Registro de la cantidad de bidones entregados a cada cliente.</a:t>
            </a:r>
          </a:p>
          <a:p>
            <a:r>
              <a:rPr lang="es-ES" sz="2400" dirty="0"/>
              <a:t>Control de los bidones que el cliente adeuda.</a:t>
            </a:r>
          </a:p>
          <a:p>
            <a:r>
              <a:rPr lang="es-ES" sz="2400" dirty="0"/>
              <a:t>Asociación del precio unitario de los bidones, permitiendo conocer el importe total adeudado.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3561649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56CFA-EFDC-4FCB-8850-C33EC8D2F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FFDE0-1DCE-4901-A51E-5E596A49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/>
              <a:t>💰 Gestión de Pagos y Deudas</a:t>
            </a:r>
          </a:p>
          <a:p>
            <a:r>
              <a:rPr lang="es-ES" sz="2400" dirty="0"/>
              <a:t>Permite visualizar si un cliente:</a:t>
            </a:r>
          </a:p>
          <a:p>
            <a:pPr lvl="1"/>
            <a:r>
              <a:rPr lang="es-ES" sz="2400" dirty="0"/>
              <a:t>Realizó un pago en efectivo</a:t>
            </a:r>
          </a:p>
          <a:p>
            <a:pPr lvl="1"/>
            <a:r>
              <a:rPr lang="es-ES" sz="2400" dirty="0"/>
              <a:t>Realizó una transferencia</a:t>
            </a:r>
          </a:p>
          <a:p>
            <a:pPr lvl="1"/>
            <a:r>
              <a:rPr lang="es-ES" sz="2400" dirty="0"/>
              <a:t>Mantiene una deuda (fiado)</a:t>
            </a:r>
          </a:p>
          <a:p>
            <a:r>
              <a:rPr lang="es-ES" sz="2400" dirty="0"/>
              <a:t>Registro del estado de la cuenta corriente de cada cliente.</a:t>
            </a:r>
          </a:p>
          <a:p>
            <a:r>
              <a:rPr lang="es-ES" sz="2400" dirty="0"/>
              <a:t>Posibilidad de actualizar una deuda fiada cuando el cliente efectúa el pago.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171821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65A39B-5D90-41A2-9EEF-30E03740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5D3727-34DF-48B8-848A-D1950A62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400" dirty="0"/>
              <a:t>🔍 Búsqueda y Navegación</a:t>
            </a:r>
          </a:p>
          <a:p>
            <a:r>
              <a:rPr lang="es-ES" sz="2400" dirty="0"/>
              <a:t>Cuenta con un buscador avanzado que permite localizar clientes por:</a:t>
            </a:r>
          </a:p>
          <a:p>
            <a:pPr lvl="1"/>
            <a:r>
              <a:rPr lang="es-ES" sz="2400" dirty="0"/>
              <a:t>Nombre</a:t>
            </a:r>
          </a:p>
          <a:p>
            <a:pPr lvl="1"/>
            <a:r>
              <a:rPr lang="es-ES" sz="2400" dirty="0"/>
              <a:t>Dirección</a:t>
            </a:r>
          </a:p>
          <a:p>
            <a:pPr lvl="1"/>
            <a:r>
              <a:rPr lang="es-ES" sz="2400" dirty="0"/>
              <a:t>Número de teléfono</a:t>
            </a:r>
          </a:p>
          <a:p>
            <a:r>
              <a:rPr lang="es-ES" sz="2400" dirty="0"/>
              <a:t>Dispone de un sistema de paginación, facilitando la navegación entre grandes volúmenes de clientes.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1947633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135ED-B818-465C-8719-F30844F4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CCA7EF-F581-4DA0-AFC6-A751BBCFB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400" dirty="0"/>
              <a:t>📊 Historial y Reportes</a:t>
            </a:r>
          </a:p>
          <a:p>
            <a:r>
              <a:rPr lang="es-ES" sz="2400" dirty="0"/>
              <a:t>Registro histórico de operaciones realizadas por los clientes.</a:t>
            </a:r>
          </a:p>
          <a:p>
            <a:r>
              <a:rPr lang="es-ES" sz="2400" dirty="0"/>
              <a:t>Permite conocer:</a:t>
            </a:r>
          </a:p>
          <a:p>
            <a:pPr lvl="1"/>
            <a:r>
              <a:rPr lang="es-ES" sz="2400" dirty="0"/>
              <a:t>El total de dinero transferido, pagado o adeudado</a:t>
            </a:r>
          </a:p>
          <a:p>
            <a:pPr lvl="1"/>
            <a:r>
              <a:rPr lang="es-ES" sz="2400" dirty="0"/>
              <a:t>Filtrado por día específico o período determinado</a:t>
            </a:r>
          </a:p>
          <a:p>
            <a:r>
              <a:rPr lang="es-ES" sz="2400" dirty="0"/>
              <a:t>Brinda una visión clara del estado financiero diario del negocio.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4056448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60D3-E936-4978-8B28-F4D17309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Beneficios del sistemas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ECE73B-337B-4015-8720-C83F3D06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 dirty="0"/>
              <a:t>Mejora el control administrativo y financiero.</a:t>
            </a:r>
          </a:p>
          <a:p>
            <a:r>
              <a:rPr lang="es-ES" sz="2400" dirty="0"/>
              <a:t>Reduce errores en el seguimiento de pagos y deudas.</a:t>
            </a:r>
          </a:p>
          <a:p>
            <a:r>
              <a:rPr lang="es-ES" sz="2400" dirty="0"/>
              <a:t>Facilita la toma de decisiones mediante información clara y actualizada.</a:t>
            </a:r>
          </a:p>
          <a:p>
            <a:r>
              <a:rPr lang="es-ES" sz="2400" dirty="0"/>
              <a:t>Optimiza el tiempo de gestión y organización del negocio.</a:t>
            </a:r>
          </a:p>
          <a:p>
            <a:endParaRPr lang="es-A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463E2E-9BD5-4D2D-B1A1-9DF1EE14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0577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B2358-F11E-4931-9363-859C4867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47" y="535779"/>
            <a:ext cx="8596668" cy="1320800"/>
          </a:xfrm>
        </p:spPr>
        <p:txBody>
          <a:bodyPr/>
          <a:lstStyle/>
          <a:p>
            <a:r>
              <a:rPr lang="es-AR" dirty="0"/>
              <a:t>Tecnologías usadas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8B61A0A-5F6C-4293-B218-CB49DC3EC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550" y="2652711"/>
            <a:ext cx="1371599" cy="137159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F51562-94E4-4C94-8104-3D06EDC6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149" y="4295774"/>
            <a:ext cx="1533525" cy="15335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669899-8E1F-4FC1-8610-47B1102EE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674" y="2427286"/>
            <a:ext cx="1290828" cy="18224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7C84824-741E-492F-B55F-DCF5DF839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668" y="4295774"/>
            <a:ext cx="1533525" cy="153352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8F1562D-2713-46B1-AE1B-D9A1C8CF0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9372" y="2590178"/>
            <a:ext cx="2375588" cy="145504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D631463-696E-42F8-B683-4ECBA9FD18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0976" y="4066035"/>
            <a:ext cx="2952381" cy="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3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</TotalTime>
  <Words>315</Words>
  <Application>Microsoft Office PowerPoint</Application>
  <PresentationFormat>Panorámica</PresentationFormat>
  <Paragraphs>44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Sistema de gestión de clientes, cobros y control de bidones de agua</vt:lpstr>
      <vt:lpstr>Descripción del Sistema </vt:lpstr>
      <vt:lpstr>Esta aplicación web es un sistema de información administrativa diseñado para optimizar la gestión de clientes, pagos y control de bidones de agua en un negocio de distribución. Permite centralizar la información de clientes, llevar un control preciso de deudas y cobros, y consultar el estado financiero de forma clara y ordenada. .</vt:lpstr>
      <vt:lpstr>Funcionalidades principales</vt:lpstr>
      <vt:lpstr>Funcionalidades principales</vt:lpstr>
      <vt:lpstr>Funcionalidades principales</vt:lpstr>
      <vt:lpstr>Funcionalidades principales</vt:lpstr>
      <vt:lpstr>Funcionalidades principales</vt:lpstr>
      <vt:lpstr>Beneficios del sistemas</vt:lpstr>
      <vt:lpstr>Tecnologías usadas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clientes, cobros y control de bidones de agua</dc:title>
  <dc:creator>jeret</dc:creator>
  <cp:lastModifiedBy>jeret</cp:lastModifiedBy>
  <cp:revision>7</cp:revision>
  <dcterms:created xsi:type="dcterms:W3CDTF">2025-12-10T08:08:13Z</dcterms:created>
  <dcterms:modified xsi:type="dcterms:W3CDTF">2025-12-10T09:23:21Z</dcterms:modified>
</cp:coreProperties>
</file>